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1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457200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Neural-Symbolic Systems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Healthcare Payment Integrity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36118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provider fraud with fused machine-learning detectors, a symbolic billing-rule engine, and a locally-hosted LLM investigator.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Ovunc Ozgun Eker</a:t>
            </a:r>
            <a:r>
              <a:rPr lang="en-US" sz="1300" dirty="0">
                <a:solidFill>
                  <a:srgbClr val="9DB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Cotiviti Intern Assessment   ·   Topic 2: Pattern Recognition (TPO)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fraud is hard to catch — for structural reasons.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7F6"/>
          </a:solidFill>
          <a:ln w="12700">
            <a:solidFill>
              <a:srgbClr val="DDE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214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scarce &amp; late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60604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fraud is rare (~9% of providers) and only known long after the fact.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7F6"/>
          </a:solidFill>
          <a:ln w="12700">
            <a:solidFill>
              <a:srgbClr val="DDE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21488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21214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 mismatch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60604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exist at the provider level, but the suspicious behavior lives in individual claims.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7F6"/>
          </a:solidFill>
          <a:ln w="12700">
            <a:solidFill>
              <a:srgbClr val="DDE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297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270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alone miss novelty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75488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Codified policy catches known violations but is blind to new schemes.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7F6"/>
          </a:solidFill>
          <a:ln w="12700">
            <a:solidFill>
              <a:srgbClr val="DDE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37960" y="4297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270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alone can't explain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475488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models flag anomalies but can't justify themselves to a human auditor.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Approach: Agentic Neural-Symbolic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agent orchestrates learned detectors and hard rules, then reasons over both.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337560" y="182880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0B2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29000" y="182880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LAYER  ·  Local LLM (Ollama)
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tools to call, chains steps, writes the investigation memo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H="1">
            <a:off x="2514601" y="2880360"/>
            <a:ext cx="3566159" cy="6858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356616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2F7F6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ridge + iso-forest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z-score ensemble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risk scores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356616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2F7F6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4160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deterministic billing rules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(procedure–diagnosis, dates…)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09160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Hard, explainable violations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H="1">
            <a:off x="6080760" y="2880360"/>
            <a:ext cx="15240" cy="6858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356616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2F7F6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0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4160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&amp; claim retrieval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claims store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0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/ evidence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96000" y="2880360"/>
            <a:ext cx="3825240" cy="6858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+ Symbolic fusion = flags that are both sensitive to novel patterns and explainable to an auditor.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Healthcare Provider Fraud Detection dataset — Medicare-structured claims.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558K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+ outpatient claims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9202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5,410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6616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5508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potentially fraudulent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9202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9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068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4400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source tables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fraud labels exist only at the provider level.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" y="44348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Provider-level detection can be validated against labels.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Claim-level and temporal detection are necessarily unsupervised — mirroring the real payment-integrity problem, where most individual claims are never labeled.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— Provider-Level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this provider's overall billing behavior deviate from its peers?"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models on the same features.
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 engineered provider features (claim volume, avg reimbursement, claims-per-patient, physician ratios…) pruned to ~20 via correlation + VIF, then modeled two ways: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— ridge logistic regression
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rgbClr val="3E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fraud resembling past confirmed cases; interpretable coefficients.
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— Isolation Forest
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rgbClr val="3E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novel outliers with no labels at all. Their close agreement is mutual corroboration.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19202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0B2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60920" y="201168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9098280" y="20116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B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
</a:t>
            </a:r>
            <a:endParaRPr lang="en-US" sz="120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logistic regression
</a:t>
            </a:r>
            <a:endParaRPr lang="en-US" sz="12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35204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0B2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60920" y="361188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9098280" y="36118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B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
</a:t>
            </a:r>
            <a:endParaRPr lang="en-US" sz="1200" dirty="0"/>
          </a:p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
</a:t>
            </a:r>
            <a:endParaRPr lang="en-US" sz="12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5212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+ unsupervised: known patterns and novel ones, cross-validating each other.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— Claim-Level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individual claim a statistical outlier versus similar claims?"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z-score ensemble across 36 groupings.
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claim's reimbursement is compared to its peers under many different groupings (diagnosis code, procedure code, care setting, state…), with adaptive small-group filtering. A claim is flagged when a </a:t>
            </a: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groupings agree it is anomalous.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unsupervised — validated after the fact against provider labels.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19202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2F7F6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06640" y="205740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3.05×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326880" y="20574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flag rate for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providers' claims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0" y="35204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2F7F6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06640" y="365760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≈ 4×10⁻⁸⁷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326880" y="36576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significance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(χ² ≈ 392)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0" y="5212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strong, statistically overwhelming signal — from a method that never saw a label.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C145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3 — Temporal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null result — and why it matters.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"billing ramp" detector first showed a striking </a:t>
            </a: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7.06× </a:t>
            </a:r>
            <a:r>
              <a:rPr lang="en-US" sz="14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with fraud. Robustness checks revealed it was a </a:t>
            </a:r>
            <a:r>
              <a:rPr lang="en-US" sz="1400" b="1" dirty="0">
                <a:solidFill>
                  <a:srgbClr val="C1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provider-size artifact</a:t>
            </a:r>
            <a:r>
              <a:rPr lang="en-US" sz="14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under scale-invariant controls the signal collapsed and reversed.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2383D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7.06×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DB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dollars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31089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2383D"/>
          </a:solidFill>
          <a:ln w="19050">
            <a:solidFill>
              <a:srgbClr val="C9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3291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E4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0.34×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2044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DB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1089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2383D"/>
          </a:solidFill>
          <a:ln w="19050">
            <a:solidFill>
              <a:srgbClr val="C145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3291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14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0.00×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DB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mean-normalized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06840" y="31089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2383D"/>
          </a:solidFill>
          <a:ln w="19050">
            <a:solidFill>
              <a:srgbClr val="C145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06840" y="3291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145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0.32×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09828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DB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edge-trimmed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report a null?  </a:t>
            </a:r>
            <a:r>
              <a:rPr lang="en-US" sz="135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 7× artifact would send investigators after the wrong providers. Catching it demonstrates the analytical discipline payment integrity demands — and it motivates the symbolic + agentic layers, where statistics alone fall short.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POC: Symbolic Rules + Agentic Investigator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app: enter a Provider ID, watch a local LLM investigate in real time.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rule engine
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deterministic, domain-grounded billing rules — procedure–diagnosis support, mutually-exclusive codes, reimbursement ceilings, impossible admit/discharge dates, deductible consistency.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
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Ollama LLM autonomously calls the detectors + rules, reasons over both, and writes an investigation memo. Step-capped and sandboxed for reliability.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strength
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unseen providers, Layer 1 can't run — but the symbolic rules still evaluate a single hand-entered claim. Rules cover exactly where history-dependent ML is silent.</a:t>
            </a:r>
            <a:endParaRPr lang="en-US" sz="1500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433DAE-0125-7939-AB92-61EE6D90D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98199"/>
            <a:ext cx="5913120" cy="32616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&amp; Threats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by construction — every flag cites a rule or peer-comparison.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augmentation — auto-triage and drafted case memos.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coverage — rules work on unseen providers.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PHI-safe — local inference keeps data on-premises.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2120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25400">
            <a:solidFill>
              <a:srgbClr val="C145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3796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14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21488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artifacts — size confounds can masquerade as signal (see Layer 3).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reliability — local models need sandboxing, step caps, verified tool outputs.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adaptation — schemes evolve to evade fixed rules and stale models.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— ongoing rule curation and retraining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Cotiviti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508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 agentic neural-symbolic assistant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existing ML risk models with codified payment policy to produce explainable, investigator-ready case narratives.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7614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715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scale-invariant validation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14553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a guardrail for every new fraud feature, so size artifacts are caught before production.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6849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92277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local LLM inference for PHI workflows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435254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agentic capability while keeping sensitive claims data on-premises.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1755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5129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cold-start detection as first-class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555955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on the symbolic layer where history-dependent models cannot operate.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975</Words>
  <Application>Microsoft Macintosh PowerPoint</Application>
  <PresentationFormat>Widescreen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Neural-Symbolic Fraud Detection</dc:title>
  <dc:subject>PptxGenJS Presentation</dc:subject>
  <dc:creator>Ovunc Ozgun Eker</dc:creator>
  <cp:lastModifiedBy>Ovunc Ozgun Eker</cp:lastModifiedBy>
  <cp:revision>2</cp:revision>
  <dcterms:created xsi:type="dcterms:W3CDTF">2026-07-02T10:27:53Z</dcterms:created>
  <dcterms:modified xsi:type="dcterms:W3CDTF">2026-07-02T10:44:01Z</dcterms:modified>
</cp:coreProperties>
</file>